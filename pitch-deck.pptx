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33D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B98A4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B98A4E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D9AE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PERSÖNLICHE RETENTION FÜR VERSICHERER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4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Danke, dass Sie </a:t>
            </a:r>
            <a:pPr indent="0" marL="0">
              <a:buNone/>
            </a:pPr>
            <a:r>
              <a:rPr lang="en-US" sz="4600" dirty="0">
                <a:solidFill>
                  <a:srgbClr val="D9AE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geblieben</a:t>
            </a:r>
            <a:pPr indent="0" marL="0">
              <a:buNone/>
            </a:pPr>
            <a:r>
              <a:rPr lang="en-US" sz="4600" dirty="0">
                <a:solidFill>
                  <a:srgbClr val="F4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sind.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9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Personalisierte KI-Videokampagnen, die Vertragsverlängerungen bei kleinen und mittleren Versicherern spürbar erhöhen.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9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Agentur-Angebot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Moment vor dem Ablauf entscheidet – und wird verschenkt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4F2EC"/>
          </a:solidFill>
          <a:ln w="12700">
            <a:solidFill>
              <a:srgbClr val="E3DF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8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Vertragsablauf ist der größte Abwanderungsmoment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36118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hier entscheidet sich, ob ein Kunde bleibt oder wechselt – und genau hier ist die Kommunikation heute am schwächsten.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8056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4F2EC"/>
          </a:solidFill>
          <a:ln w="12700">
            <a:solidFill>
              <a:srgbClr val="E3DF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8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54880" y="25146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Standardbriefe wirken kalt und austauschbar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54880" y="36118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generisches Ablaufschreiben würdigt keine 10 oder 17 Jahre Kundentreue – es fühlt sich wie Verwaltung an, nicht wie Beziehung.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2104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4F2EC"/>
          </a:solidFill>
          <a:ln w="12700">
            <a:solidFill>
              <a:srgbClr val="E3DF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8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595360" y="251460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0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Große Versicherer digitalisieren bereits, kleine bleiben zurück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95360" y="361188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und mittlere Versicherer haben selten die internen Kapazitäten, um personalisierte Videokampagnen selbst aufzubauen.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Ausgangslage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Nordlicht Retention Studio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Vom Serienbrief zum persönlichen Moment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Berührungspunkte, ein durchgängiges Erlebnis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1223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AE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691640" y="2487168"/>
            <a:ext cx="2743200" cy="0"/>
          </a:xfrm>
          <a:prstGeom prst="line">
            <a:avLst/>
          </a:prstGeom>
          <a:noFill/>
          <a:ln w="19050">
            <a:solidFill>
              <a:srgbClr val="E3DFD3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8580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Brief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520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90–120 Tage vor Ablauf: ein persönliches Schreiben mit individuellem QR-Code, gedruckt wie gewohnt.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210312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12233D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AE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349240" y="2487168"/>
            <a:ext cx="2743200" cy="0"/>
          </a:xfrm>
          <a:prstGeom prst="line">
            <a:avLst/>
          </a:prstGeom>
          <a:noFill/>
          <a:ln w="19050">
            <a:solidFill>
              <a:srgbClr val="E3DFD3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34340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Video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43400" y="3520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führt zu einem für genau diesen Kunden erzeugten Dankesvideo – Vertragsverlauf, Treue, echte Wertschätzung.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12233D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9AE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00100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Entscheidung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01000" y="35204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Klick zur Verlängerung oder zum Rückruf – direkt aus dem Moment heraus, in dem der Kunde sich gesehen fühlt.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Lösung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Nordlicht Retention Studio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4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Beweis existiert bereits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Personalisierte Videos in der Versicherungsbranche sind kein Experiment mehr, sondern belegt.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24344A"/>
          </a:solidFill>
          <a:ln w="12700">
            <a:solidFill>
              <a:srgbClr val="3548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31343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9AE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697480" y="23317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Kundenbindung durch personalisierte Videokampagnen bei Versicherern (Idomoo)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21488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24344A"/>
          </a:solidFill>
          <a:ln w="12700">
            <a:solidFill>
              <a:srgbClr val="3548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31343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9AE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8×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183880" y="23317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höhere Konversionsrate gegenüber Standardkommunikation (Idomoo)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24344A"/>
          </a:solidFill>
          <a:ln w="12700">
            <a:solidFill>
              <a:srgbClr val="3548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27939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9AE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697480" y="42976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Callcenter-Bedarf durch personalisierte Onboarding-Videos (Idomoo)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411480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24344A"/>
          </a:solidFill>
          <a:ln w="12700">
            <a:solidFill>
              <a:srgbClr val="3548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427939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9AE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183880" y="429768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Policenverkauf bei personalisiertem Angebots-Follow-up (Idomoo)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Idomoo/Businesswire 2021; Pilotprojekt Versicherungskammer Bayern (personalisierte Videos zur Vertragsverlängerung)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Unsere Nische: die, die niemand bedient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4F2EC"/>
          </a:solidFill>
          <a:ln w="12700">
            <a:solidFill>
              <a:srgbClr val="E3DF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60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Große Versicherer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4688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Eigene Digitalabteilungen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3017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Bauen oder kaufen Plattformlösungen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35661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Bereits erste Pilotprojekte (z. B. Versicherungskammer Bayern)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12233D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AE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Kleine &amp; mittlere Versicherer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29400" y="24688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Keine Kapazität für Eigenentwicklung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3017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Wollen sich modern zeigen, ohne IT-Projekt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35661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Maklerpools &amp; Verbundgruppen als Hebel für Skalierung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263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1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Genau hier setzt unser Agentur-Angebot an: schlüsselfertig, ohne IT-Projekt beim Kunden.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Zielsegment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Nordlicht Retention Studio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Geschäftsmodell: Agentur statt Plattform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830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0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pro Kampagne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389120" y="178308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Konzept, Skript-Templates, Avatar/Stimme, Landingpage-Design, Compliance-Abstimmung (AVV, DSB)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4F2EC"/>
          </a:solidFill>
          <a:ln w="12700">
            <a:solidFill>
              <a:srgbClr val="E3DF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004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0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Preis pro erzeugtem Video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389120" y="320040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Volumenbasiert – skaliert mit der Anzahl auslaufender Verträge des Versicherers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61772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DF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17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0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Erfolgsbasierte Komponente (optional)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389120" y="46177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Kleiner Bonus je tatsächlich verlängertem Vertrag – stärkt Vertrauen beim Pilotkunden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Geschäftsmodell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Nordlicht Retention Studio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Weg zum ersten Referenzkunden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8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508760" y="2240280"/>
            <a:ext cx="457200" cy="0"/>
          </a:xfrm>
          <a:prstGeom prst="line">
            <a:avLst/>
          </a:prstGeom>
          <a:noFill/>
          <a:ln w="19050">
            <a:solidFill>
              <a:srgbClr val="E3DF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0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Pilotpartner gewinnen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0" y="17830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kleiner/mittlerer Versicherer oder Maklerpool mit Offenheit für Innovation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8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508760" y="3291840"/>
            <a:ext cx="457200" cy="0"/>
          </a:xfrm>
          <a:prstGeom prst="line">
            <a:avLst/>
          </a:prstGeom>
          <a:noFill/>
          <a:ln w="19050">
            <a:solidFill>
              <a:srgbClr val="E3DF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834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A/B-Test aufsetzen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0" y="28346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Personalisiertes Video vs. Standardbrief – wie im Vorbild der Versicherungskammer Bayern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8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08760" y="4343400"/>
            <a:ext cx="457200" cy="0"/>
          </a:xfrm>
          <a:prstGeom prst="line">
            <a:avLst/>
          </a:prstGeom>
          <a:noFill/>
          <a:ln w="19050">
            <a:solidFill>
              <a:srgbClr val="E3DF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3886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Ergebnisse belastbar machen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38862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Verlängerungsquote, Öffnungsrate, Video-Completion als Referenzzahlen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9377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8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508760" y="5394960"/>
            <a:ext cx="457200" cy="0"/>
          </a:xfrm>
          <a:prstGeom prst="line">
            <a:avLst/>
          </a:prstGeom>
          <a:noFill/>
          <a:ln w="19050">
            <a:solidFill>
              <a:srgbClr val="E3DF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4937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Skalieren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49377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belastbaren Zahlen gezielt weitere kleine/mittlere Versicherer und Maklerpools ansprechen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Go-to-Market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74152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Nordlicht Retention Studio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B98A4E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4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nächste Brief kann anders ankommen.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9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Lassen Sie uns mit einem Pilotprojekt starten – ein Versicherer, ein Segment, ein belastbarer A/B-Test.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9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Nordlicht Retention Studio  ·  kontakt@retention-studio.de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2026-07-21T12:02:25Z</dcterms:created>
  <dcterms:modified xsi:type="dcterms:W3CDTF">2026-07-21T12:02:25Z</dcterms:modified>
</cp:coreProperties>
</file>